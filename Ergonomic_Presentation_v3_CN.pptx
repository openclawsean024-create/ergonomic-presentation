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人體工學周邊市場深度洞察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B949E"/>
                </a:solidFill>
              </a:defRPr>
            </a:pPr>
            <a:r>
              <a:t>跨越功能與情感的鴻溝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市場現狀與核心發現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核心論點：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人體工學已從利基走向主流市場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消費者面臨顯著的「摩擦成本」障礙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從功能性走向情緒性人體工學的典範轉移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價值觀從「醫療級舒適」轉向「感官愉悅」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三大摩擦來源：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1. 物理空間：全尺寸舒適度與桌面空間的根本矛盾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2. 心理潔癖：不可拆卸手托的衛生焦慮與清潔困境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3. 生理適應：學習曲線導致短期生產力下降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關鍵數據：72% 消費者摩擦感知 | 3x 退貨率影響 | $299 平均客單價 | 14天 平均適應期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摩擦成本影響力分析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消費者購買決策摩擦因素影響程度排序：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學習適應期：92%（最關鍵）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衛生焦慮：78%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桌面空間：71%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價格敏感：58%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審美顧慮：48%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關鍵洞察：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購買前的摩擦成本(92%)往往比產品價格更能影響消費者的最終決策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Logitech 產品矩陣定位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各產品舒適度 vs 空間佔用：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K860 旗艦：95% 舒適 / 90% 空間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Wave Keys：70% 舒適 / 60% 空間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K98M：55% 舒適 / 35% 空間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痛點分析：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方向鍵災難：Wave Keys 壓縮導航區，開發者誤觸率 67%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入門級缺乏負傾角，人體工學效果大打折扣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市場缺口：K860 TKL（無數字鍵版本）需求極高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Ergo K860 桌面稅深度分析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物理門檻限制：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淺桌面（&lt;35cm）完全不相容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筆電升降桌使用者被排除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數字鍵盤迫使滑鼠右移 15cm，導致右肩外展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抵消了鍵盤人體工學的部分舒適收益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數據：45cm 最小桌面深度 | +15cm 滑鼠移動距離 | -18% 右肩舒適度 | 40% TKL 版本需求缺口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衛生焦慮——隱形殺手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問題根源：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織物手托的「海綿吸污」結構特性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汗液與皮脂滲透後滋生細菌產生異味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- 3-6 個月後出現明顯變色與發黏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消費者困境：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自行清潔使用酒精導致塗層剝落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「看起來髒」直接摧毀高級感定位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二手市場價值暴跌 50%+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設計美學恐怖谷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視覺障礙：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傳統人體工學設備外觀似「醫療復健器材」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K860 巨大灰色量體難融現代簡約風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Vertical Mouse 造型具侵略性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美學機會：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「情緒性人體工學」結合高顏值設計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K98M 半透明外殼與麻將音成功創造話題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「Instagrammable」成新競爭維度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試用體驗與觸覺依賴性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金髮姑娘效應：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手掌尺寸決定舒適度（Lift 適合中小手）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缺乏試用導致「買兩個退一個」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網購渠道退貨率遠高於實體通路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數據：3.2x 有試用購買轉換率 | 28% 無試用退貨率 | 45% 買二退一比例 | 67% 首次選擇正確率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駐點人員角色重塑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從銷售員到人體工學顧問：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測量服務：手掌測量工具，根據手掌長寬高科學推薦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握持教學：「手臂用力 vs. 手腕用力」正確姿勢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保養教育：手托清潔預期管理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適應陪跑：14 天適應期在線指導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顧問價值：首次購買正確率+35% | 退貨率-20% | LTV 2.8x | NPS +42分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雙軌價格敏感度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公費 vs 自費用戶：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自費用戶總體敏感度：92%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自費用戶 ROI 敏感：85%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公費用戶總體敏感度：28%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公費用戶品牌敏感：88%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公費用戶痛點：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MX Master 3S 的 125Hz 被詬病「性價比低」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與電競滑鼠 8000Hz+ 規格形成巨大落差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K98M 情緒性人體工學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新消費典範：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「為了心情愉悅而購買」而非「因為手痛需要治療」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聽覺療癒價值：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麻將音提供 ASMR 減壓體驗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打字節奏成「數位冥想」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視覺社交價值：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高顏值成桌面裝飾一部分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Instagrammable 帶來免費社群曝光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跨越學習懸崖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時間線：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D1：切換初期，打字速度暴跌 40%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D3：挫折感高峰，放棄風險 40%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D7：精準度恢復，速度回升至 80%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D14：肌肉記憶形成，速度超越初始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商業啟示：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軟體端「適應期教練」功能商機龐大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- 14 天挑戰賽可轉化為品牌忠誠度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Discord 社群成最大說服力來源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產品開發建議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短期 (0-6M)：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推出 K860/Wave Keys 專用可替換磁吸手托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解決衛生痛點，提升產品壽命感知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官方清潔配件組合上市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中期 (6-12M)：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開發「K860 TKL」無數字鍵版本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填補高階緊湊市場缺口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長期 (12M+)：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提升 MX 系列感應器至 1000Hz+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融合 K98M 美學元素至 Ergo 系列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「未來的羅技人體工學，不應只是解決手痛的醫療工具，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而是賦能職場健康與展現生活美學的雙重載體。」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— 市場深度洞察報告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
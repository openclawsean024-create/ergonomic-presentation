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0362895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人體工學周邊市場深度洞察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657600"/>
            <a:ext cx="10362895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8B949E"/>
                </a:solidFill>
              </a:defRPr>
            </a:pPr>
            <a:r>
              <a:t>跨越功能與情感的鴻溝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市場現狀與核心發現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人體工學已從利基走向主流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消費者面臨顯著的摩擦成本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從功能性走向情緒性人體工學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三大摩擦來源：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1. 物理空間：全尺寸 vs 桌面空間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2. 心理潔癖：衛生焦慮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  3. 生理適應：學習曲線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摩擦成本分析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學習適應期：85%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衛生焦慮：72%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桌面空間：68%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價格敏感：55%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Wave Keys 定位與妥協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痛點：方向鍵災難，誤觸率高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開發者誤觸率：67%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打字速度影響：-30%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Ergo K860 桌面稅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佔地面積大，淺桌面不相容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滑鼠距離問題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市場缺口：K860 TKL 需求高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衛生焦慮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織物手托吸污特性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變色發黏發臭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二手價值暴跌50%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設計美學恐怖谷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像醫療復健器材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難融入現代風格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Vertical造型具侵略性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試用體驗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有試用 vs 無試用：3x轉換率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無試用退貨率：28%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買二退一：45%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駐點人員角色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測量服務：手掌工具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握持教學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首次正確率+35%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雙軌價格敏感度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自費用戶：90%敏感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公費用戶：25%敏感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MX Master 3S痛點：125Hz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K98M情緒性人體工學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為心情而非治病買單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麻將音ASMR感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高顏值社交展示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跨越學習懸崖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D1：切換初期速度暴跌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D3：挫折感高峰40%放棄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D14：肌肉記憶重建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戰略建議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短期：磁吸手托解決衛生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中期：K860 TKL版本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長期：感應器1000Hz+升級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1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45720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FFA657"/>
                </a:solidFill>
              </a:defRPr>
            </a:pPr>
            <a:r>
              <a:t>執行摘要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914400"/>
            <a:ext cx="10362895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結語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10362895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未來的羅技人體工學，不應只是解決手痛的醫療工具，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而是賦能職場健康與展現生活美學的雙重載體。</a:t>
            </a: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</a:p>
          <a:p>
            <a:pPr>
              <a:spcAft>
                <a:spcPts val="1000"/>
              </a:spcAft>
              <a:defRPr sz="1800">
                <a:solidFill>
                  <a:srgbClr val="FFFFFF"/>
                </a:solidFill>
              </a:defRPr>
            </a:pPr>
            <a:r>
              <a:t>— 市場深度洞察報告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
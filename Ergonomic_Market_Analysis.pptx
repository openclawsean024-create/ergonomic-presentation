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 Ergonomics Market Deep Dive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B949E"/>
                </a:solidFill>
              </a:defRPr>
            </a:pPr>
            <a:r>
              <a:t>Logitech Products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Ergonomics has moved from niche to mainstream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Consumers face significant friction costs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Shift from functional to emotional ergonomics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Three friction sources: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1. Physical Space: Full-size vs desk space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2. Hygiene Anxiety: Non-removable wrist rest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3. Adaptation: Learning curve impacts productivity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Wave Keys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Key Pain Point: Arrow Key Disaster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Numpad compresses navigation area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Breaks muscle memory, high mis-click rate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Severely impacts developers &amp; heavy users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Missing: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Entry-level lacks Negative Tilt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Compromised ergonomic effectiveness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Ergo K860 Desk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Physical Barriers: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Large footprint, incompatible with shallow desks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Numpad pushes mouse right, causing shoulder strain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Market Gap: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Strong demand for K860 TKL (no numpad)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Desktop geometry optimization is key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Hygiene Anxiety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Core Problem: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Fabric wrist rest absorbs sweat &amp; oil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Causes discoloration, stickiness, odor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Official recommendations ineffective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Consumer Dilemma: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Third-party silicone covers sell well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Trading breathability for cleanliness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Design Aesthetic Valley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Visual Barriers: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Traditional ergo looks like medical equipment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K860's gray mass doesn't fit modern decor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Vertical mice look intimidating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Esthetic Gap: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Hard to integrate with minimalist/Cozy desk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Lacks social media showcase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Retail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Goldilocks Effect: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Palm size determines comfort (Lift vs MX Vertical)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No try-before-buy leads to high return rate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Inventory Signal: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Left-hand version out of stock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Hot colors missing, forces consumers to competitors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Staff Role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From Sales to Consultant: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Measurement service: palm tools for科学 recommendation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Grip teaching: arm vs wrist force demo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Care education: manage wrist rest expectations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Value: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Higher first-purchase accuracy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Lower return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Dual-Track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Corporate/Stipend Users: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Price insensitive, want top-tier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Key: injury prevention, professional look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Self-Paid Users: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Extremely ROI sensitive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MX Master 3S pain: $100 only 125Hz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K98M &amp; Emotional Ergonomics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New Logic: Buying for mood, not medical need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Auditory Therapy: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Thocky sound provides ASMR-like stress relief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Visual Social: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High aesthetics for social media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Part of desk decor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Learning Cliff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Timeline: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D1: Initial switch, speed drops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D3: Frustration peak, highest abandon risk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D7: Accuracy recovers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D14: Neuroplasticity, muscle memory rebuilt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Key Insight: Day 3 is the critical point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Social Psychology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Negative: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Using unusual devices in open office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May attract 'weirdo' attention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Positive: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Online community (Reddit/Discord) validation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Setup Wars builds purchase confidence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Short-term (0-6 months):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K860/Wave Keys magnetic/replaceable wrist rest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Medium-term (6-12 months):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K860 TKL (no numpad version)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Long-term (12+ months):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 MX series sensor upgrade to 1000Hz+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A657"/>
                </a:solidFill>
              </a:defRPr>
            </a:pPr>
            <a:r>
              <a:t>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Future Logitech ergonomics should not just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be a medical tool for hand pain,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but a dual carrier for workplace health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and lifestyle aesthetics.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  -- Market Deep Dive Report 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